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73" autoAdjust="0"/>
  </p:normalViewPr>
  <p:slideViewPr>
    <p:cSldViewPr snapToGrid="0">
      <p:cViewPr>
        <p:scale>
          <a:sx n="119" d="100"/>
          <a:sy n="119" d="100"/>
        </p:scale>
        <p:origin x="294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1824C1-07A2-48C4-8CED-22F0E7F90708}" type="datetimeFigureOut">
              <a:rPr lang="en-AU" smtClean="0"/>
              <a:t>10/08/2026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607A55-85A6-427E-84CE-2AC14EFEDC0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9747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07A55-85A6-427E-84CE-2AC14EFEDC0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4921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607A55-85A6-427E-84CE-2AC14EFEDC0B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6896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868EE-C32F-EACB-C345-5825D3D61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BF454-DFD9-5A0F-B726-97EF77D88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AAC3E-0CD1-7D8B-8710-69940A978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55D73-10E0-4E95-BAB5-0835A0F9447A}" type="datetimeFigureOut">
              <a:rPr lang="en-AU" smtClean="0"/>
              <a:t>10/08/2026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07C41-1039-FBC5-B707-F4FBA7F4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08E6A-5D89-3D92-3774-E953783AD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1EAB-A40C-44DB-9BEA-C6B58D7E4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2733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7EA05-DA05-BE51-3938-134B4F8C5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B408F-9B9B-4F84-5203-303C7C303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D51C4-E5CE-81D0-4D44-F2E44C64E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55D73-10E0-4E95-BAB5-0835A0F9447A}" type="datetimeFigureOut">
              <a:rPr lang="en-AU" smtClean="0"/>
              <a:t>10/08/2026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5D76F8-3C09-15A0-3904-24DE886A1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783A1-71E5-A0EE-084F-C8BF807EB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1EAB-A40C-44DB-9BEA-C6B58D7E4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1254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5AB7E-B2CE-7ADE-7F86-38CF3A132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9EFF40-0F05-3626-987C-2B0382E82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07837-92E1-4A02-E220-E74D9C80C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55D73-10E0-4E95-BAB5-0835A0F9447A}" type="datetimeFigureOut">
              <a:rPr lang="en-AU" smtClean="0"/>
              <a:t>10/08/2026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A0D3D-3A73-02C0-68F9-953456031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DBB62-FC05-0278-0349-AA722454D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1EAB-A40C-44DB-9BEA-C6B58D7E4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1521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69A3F-D0C7-E948-21B1-8CF7BD8CD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27871-3A73-214B-6F50-9AE9BE5932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38FE-C7DF-FE0E-2FC8-B411127D4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B99D6-3A7E-E005-AB39-B7D50EB52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55D73-10E0-4E95-BAB5-0835A0F9447A}" type="datetimeFigureOut">
              <a:rPr lang="en-AU" smtClean="0"/>
              <a:t>10/08/2026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D9B86-5D66-3FC0-873A-97C8E4F53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3F66B-D250-EA50-0EFD-C09B2E230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1EAB-A40C-44DB-9BEA-C6B58D7E4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302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4728-14D1-056E-ACC3-BBAA6C8C8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AE3C5-1BF6-E078-1F5C-D6D47DAD1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B6B59-21DF-61FF-BEB9-238C2631D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BD0E3-4829-8BBD-B35B-B68EEC1FC2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615368-1C51-4BC6-3C1B-40490D55A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91D7D1-7969-B4B3-E08F-A44438710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55D73-10E0-4E95-BAB5-0835A0F9447A}" type="datetimeFigureOut">
              <a:rPr lang="en-AU" smtClean="0"/>
              <a:t>10/08/2026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BEA8A8-3647-2AE6-D109-D4D4A783E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6E5682-423B-294A-7593-978336E74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1EAB-A40C-44DB-9BEA-C6B58D7E4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3786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958C7-8320-BA21-06A4-5ABD27CAB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208BC-3303-7EB2-47BF-3D2073859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55D73-10E0-4E95-BAB5-0835A0F9447A}" type="datetimeFigureOut">
              <a:rPr lang="en-AU" smtClean="0"/>
              <a:t>10/08/2026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654088-8183-52D7-F73F-522A063C7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4B993E-B3C4-A449-A416-321F9707B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1EAB-A40C-44DB-9BEA-C6B58D7E4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6750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6942C3-3C33-3AD9-6709-7BBE5C29F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55D73-10E0-4E95-BAB5-0835A0F9447A}" type="datetimeFigureOut">
              <a:rPr lang="en-AU" smtClean="0"/>
              <a:t>10/08/2026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1AE826-0376-7313-AD5F-B4A740E6D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519AF-737A-BA30-A926-48C4D404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1EAB-A40C-44DB-9BEA-C6B58D7E4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035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E714-4B76-7DB3-89B3-75E1F2C0B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B432E-7390-75B6-9A99-4E1BC7845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90726-393D-0C05-A7A0-069FF5CA3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8ECC0-B2D0-33F7-2829-9BAAAD432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55D73-10E0-4E95-BAB5-0835A0F9447A}" type="datetimeFigureOut">
              <a:rPr lang="en-AU" smtClean="0"/>
              <a:t>10/08/2026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75940-36B8-C8A6-73F3-D57F8EC0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A0FEE-3FC2-0D14-2E25-5C317DFA6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1EAB-A40C-44DB-9BEA-C6B58D7E4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841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9BD80-DF9E-1EE1-8D18-C2ECA3039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ADAB16-308A-37CA-0735-A4FF1EC41C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A5F91-EE53-FFFC-4F61-656581405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8AB29-A8A4-87E5-B492-B5F22A090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55D73-10E0-4E95-BAB5-0835A0F9447A}" type="datetimeFigureOut">
              <a:rPr lang="en-AU" smtClean="0"/>
              <a:t>10/08/2026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7327B-27B4-9406-ED0A-B6D2B9EE0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29C602-8586-4E25-5AE8-BFBF67CF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1EAB-A40C-44DB-9BEA-C6B58D7E4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38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8E8E-B371-879F-175F-2F7E5B598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860408-42F6-F9D2-12BB-5ABB31BF7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A3076-629A-3C47-2800-2EADDDFE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55D73-10E0-4E95-BAB5-0835A0F9447A}" type="datetimeFigureOut">
              <a:rPr lang="en-AU" smtClean="0"/>
              <a:t>10/08/2026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825EB-86B5-277B-271B-B0CB986C3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62207-3FE0-9390-9D2B-63F4A7C41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1EAB-A40C-44DB-9BEA-C6B58D7E4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6007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54BB58-13BC-F352-C182-9FCCCD1BB0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C0D8BE-3E3C-00D1-8DDF-F41161390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DD974-6641-C1B4-FD72-56E52F807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55D73-10E0-4E95-BAB5-0835A0F9447A}" type="datetimeFigureOut">
              <a:rPr lang="en-AU" smtClean="0"/>
              <a:t>10/08/2026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A1CF3-A7FA-5039-9146-0CA40CD8C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9AD0B-9604-B74E-5929-11513344A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71EAB-A40C-44DB-9BEA-C6B58D7E4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9993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646CDE-D587-D5A9-2B11-9E1A48844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323D0-7DCA-B83C-B292-71D43D457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51BDB-6DA6-E8CF-08BB-30B8133691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355D73-10E0-4E95-BAB5-0835A0F9447A}" type="datetimeFigureOut">
              <a:rPr lang="en-AU" smtClean="0"/>
              <a:t>10/08/2026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F8682-2893-62A0-C743-B32E412B7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8642B-8621-FDD2-7A91-985B16FCBF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B71EAB-A40C-44DB-9BEA-C6B58D7E4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785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7BB91-1777-4700-AE89-4CADDBB1B2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B68FCF-3D6E-C025-29EB-C203E6827A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4527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BFE6E3-E7CF-5514-4A5E-18019CC36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0288" y="502920"/>
            <a:ext cx="8697740" cy="63550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5B73D0-C464-5AAF-DD7B-642FF8199427}"/>
              </a:ext>
            </a:extLst>
          </p:cNvPr>
          <p:cNvSpPr txBox="1"/>
          <p:nvPr/>
        </p:nvSpPr>
        <p:spPr>
          <a:xfrm>
            <a:off x="1" y="27203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Use Case </a:t>
            </a:r>
            <a:r>
              <a:rPr lang="en-AU" dirty="0" err="1"/>
              <a:t>PortalCXC</a:t>
            </a:r>
            <a:endParaRPr lang="en-AU" dirty="0"/>
          </a:p>
          <a:p>
            <a:pPr algn="ctr"/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488876-7ACB-6767-75A6-BD093E05D9B3}"/>
              </a:ext>
            </a:extLst>
          </p:cNvPr>
          <p:cNvSpPr/>
          <p:nvPr/>
        </p:nvSpPr>
        <p:spPr>
          <a:xfrm>
            <a:off x="5166360" y="621792"/>
            <a:ext cx="6739128" cy="6013958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Super Admin</a:t>
            </a:r>
          </a:p>
          <a:p>
            <a:pPr algn="just"/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hanya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diakses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oleh Super Admin:</a:t>
            </a:r>
          </a:p>
          <a:p>
            <a:pPr algn="just"/>
            <a:endParaRPr lang="en-A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Manajemen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Unit (CRUD):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Menambah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melihat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memperbarui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dan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menghapus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unit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organisasi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Manajemen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Seluruh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 &amp; Berita Lintas Unit: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Pengelolaan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seluruh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akun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publikasi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berita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berlaku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global/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lintas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unit.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Manajemen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Jadwal Backup DB: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Mengatur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penjadwalan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pencadangan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basis data (database backup).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Pengaturan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Antarmuka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Portal (Portal Setting):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Mengonfigurasi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tampilan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tata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letak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portal.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Memantau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Activity Log &amp; System Error Log: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Memantau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rekam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jejak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aktivitas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serta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log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kesalahan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Tools (Menu, Session, Permission,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dll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Pengaturan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akses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hak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akses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(permission),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dan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navigasi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menu.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Melihat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Dashboard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Analitik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Statistik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Tracker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Meninjau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statistik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penggunaan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pelacakan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interaksi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pada portal.</a:t>
            </a:r>
          </a:p>
          <a:p>
            <a:pPr algn="just"/>
            <a:endParaRPr lang="en-A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Unit Admin</a:t>
            </a:r>
          </a:p>
          <a:p>
            <a:pPr algn="just"/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diakses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oleh Super Admin dan Unit Admin:</a:t>
            </a:r>
          </a:p>
          <a:p>
            <a:pPr algn="just"/>
            <a:endParaRPr lang="en-A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Manajemen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Berita dan Lampiran (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Sesuai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Unit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Sendiri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Mengelola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publikasi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berita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beserta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dokumen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lampirannya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khusus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lingkup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unitnya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Manajemen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 (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Sesuai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Unit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Sendiri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Mengelola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akun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terdaftar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unit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kerjanya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A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Autentikasi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Akun</a:t>
            </a:r>
          </a:p>
          <a:p>
            <a:pPr algn="just"/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dasar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diakses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oleh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seluruh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peran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(Super Admin, Unit Admin, dan Agent):</a:t>
            </a:r>
          </a:p>
          <a:p>
            <a:pPr algn="just"/>
            <a:endParaRPr lang="en-A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Login Aplikasi: Masuk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portal.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Logout Aplikasi: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Keluar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portal.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Ubah Sandi Force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Pertama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Kali (Force Reset): Fitur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wajib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mengganti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kata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sandi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default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saat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pertama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kali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masuk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A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Fitur Operational (Agent)</a:t>
            </a:r>
          </a:p>
          <a:p>
            <a:pPr algn="just"/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operasional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harian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diakses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oleh Agent:</a:t>
            </a:r>
          </a:p>
          <a:p>
            <a:pPr algn="just"/>
            <a:endParaRPr lang="en-A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Melihat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Profil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Diri: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Menampilkan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akun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profil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Mengakses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Menu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Cepat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(Menu 1-15):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Navigasi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cepat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mengakses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fitur-fitur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operasional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utama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Melihat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Berita &amp; Promo Unit: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Membaca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informasi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berita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materi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promosi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AU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dipublikasikan</a:t>
            </a:r>
            <a:r>
              <a:rPr lang="en-AU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oleh unit.</a:t>
            </a:r>
          </a:p>
        </p:txBody>
      </p:sp>
    </p:spTree>
    <p:extLst>
      <p:ext uri="{BB962C8B-B14F-4D97-AF65-F5344CB8AC3E}">
        <p14:creationId xmlns:p14="http://schemas.microsoft.com/office/powerpoint/2010/main" val="1618585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034948-8E11-DF2C-1D53-B3A7970BD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83" y="223837"/>
            <a:ext cx="5207649" cy="64103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A0BFD6C-4375-4ED1-0A6C-660A3A322292}"/>
              </a:ext>
            </a:extLst>
          </p:cNvPr>
          <p:cNvSpPr/>
          <p:nvPr/>
        </p:nvSpPr>
        <p:spPr>
          <a:xfrm>
            <a:off x="5843016" y="137160"/>
            <a:ext cx="6181344" cy="6574536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/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AU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Tahap</a:t>
            </a: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Autentikasi</a:t>
            </a: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AU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Pengelolaan</a:t>
            </a: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Sesi Login</a:t>
            </a:r>
            <a:endParaRPr lang="en-A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algn="just">
              <a:buFont typeface="Wingdings" panose="05000000000000000000" pitchFamily="2" charset="2"/>
              <a:buChar char="Ø"/>
            </a:pPr>
            <a:r>
              <a:rPr lang="en-AU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Mulai</a:t>
            </a: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Akses Aplikasi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membuka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halaman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login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PortalCXC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lvl="0" indent="-171450" algn="just">
              <a:buFont typeface="Wingdings" panose="05000000000000000000" pitchFamily="2" charset="2"/>
              <a:buChar char="Ø"/>
            </a:pP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</a:t>
            </a:r>
            <a:r>
              <a:rPr lang="en-AU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Kredensial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memasukkan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AU" sz="11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Password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lvl="0" indent="-171450" algn="just">
              <a:buFont typeface="Wingdings" panose="05000000000000000000" pitchFamily="2" charset="2"/>
              <a:buChar char="Ø"/>
            </a:pPr>
            <a:r>
              <a:rPr lang="en-AU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Pengecekan</a:t>
            </a: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Sesi </a:t>
            </a:r>
            <a:r>
              <a:rPr lang="en-AU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61950" lvl="1" indent="-180975" algn="just">
              <a:buFont typeface="Arial" panose="020B0604020202020204" pitchFamily="34" charset="0"/>
              <a:buChar char="•"/>
            </a:pP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 Sesi </a:t>
            </a:r>
            <a:r>
              <a:rPr lang="en-AU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Jika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mendeteksi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sedang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AU" sz="11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browser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lain, login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ditolak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("Tolak Login : user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telah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login di browser lain") dan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dikembalikan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awal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61950" lvl="1" indent="-180975" algn="just">
              <a:buFont typeface="Arial" panose="020B0604020202020204" pitchFamily="34" charset="0"/>
              <a:buChar char="•"/>
            </a:pP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Tidak Ada Sesi </a:t>
            </a:r>
            <a:r>
              <a:rPr lang="en-AU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melanjutkannya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pengecekan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validitas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kredensial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lvl="0" indent="-171450" algn="just">
              <a:buFont typeface="Wingdings" panose="05000000000000000000" pitchFamily="2" charset="2"/>
              <a:buChar char="Ø"/>
            </a:pPr>
            <a:r>
              <a:rPr lang="en-AU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Validasi</a:t>
            </a: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Kredensial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61950" lvl="1" indent="-171450" algn="just">
              <a:buFont typeface="Arial" panose="020B0604020202020204" pitchFamily="34" charset="0"/>
              <a:buChar char="•"/>
            </a:pP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Tidak Valid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Menampilkan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peringatan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gagal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lalu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dikembalikan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awal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61950" lvl="1" indent="-171450" algn="just">
              <a:buFont typeface="Arial" panose="020B0604020202020204" pitchFamily="34" charset="0"/>
              <a:buChar char="•"/>
            </a:pP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mengecek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kondisi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password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awal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("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Apakah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Sandi Masih 1?").</a:t>
            </a:r>
          </a:p>
          <a:p>
            <a:pPr marL="171450" lvl="0" indent="-171450" algn="just">
              <a:buFont typeface="Wingdings" panose="05000000000000000000" pitchFamily="2" charset="2"/>
              <a:buChar char="Ø"/>
            </a:pP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Force Reset Password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61950" lvl="1" indent="-171450" algn="just">
              <a:buFont typeface="Arial" panose="020B0604020202020204" pitchFamily="34" charset="0"/>
              <a:buChar char="•"/>
            </a:pP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Jika </a:t>
            </a: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sandi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masih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default/1):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diarahkan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halaman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Ubah Sandi (Force Reset)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menyimpan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password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baru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sebelum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melanjutkannya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61950" lvl="1" indent="-171450" algn="just">
              <a:buFont typeface="Arial" panose="020B0604020202020204" pitchFamily="34" charset="0"/>
              <a:buChar char="•"/>
            </a:pP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Jika </a:t>
            </a: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langsung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diarahkan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tahap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pengecekan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90500" lvl="1" algn="just"/>
            <a:endParaRPr lang="en-A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AU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Pengecekan</a:t>
            </a: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Peran (Role-Based Access Control)</a:t>
            </a:r>
            <a:endParaRPr lang="en-A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mengecek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AU" sz="11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Base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dan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memberikan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hak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akses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sesuai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tingkatannya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71450" lvl="0" indent="-171450" algn="just">
              <a:buFont typeface="Wingdings" panose="05000000000000000000" pitchFamily="2" charset="2"/>
              <a:buChar char="Ø"/>
            </a:pP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 Admin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Mendapatkan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hak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akses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penuh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(Dashboard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Analitik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Log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Aktivitas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Manage Menu, Manage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Seluruh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Menu).</a:t>
            </a:r>
          </a:p>
          <a:p>
            <a:pPr marL="171450" lvl="0" indent="-171450" algn="just">
              <a:buFont typeface="Wingdings" panose="05000000000000000000" pitchFamily="2" charset="2"/>
              <a:buChar char="Ø"/>
            </a:pP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 Admin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Mendapatkan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hak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akses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terbatas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unitnya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sendiri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Manajemen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User &amp; Berita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Terbatas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pada Unit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Sendiri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171450" lvl="0" indent="-171450" algn="just">
              <a:buFont typeface="Wingdings" panose="05000000000000000000" pitchFamily="2" charset="2"/>
              <a:buChar char="Ø"/>
            </a:pP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Mendapatkan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hak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akses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operasional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Lihat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Banner Promo, Akses Menu 1-15,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Lihat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Profil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0" algn="just"/>
            <a:endParaRPr lang="en-A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AU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Pengelolaan</a:t>
            </a: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Sesi &amp; Logout</a:t>
            </a:r>
            <a:endParaRPr lang="en-A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Setelah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berhasil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masuk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beraktivitas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terus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memantau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inactivity timeout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durasi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tanpa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aktivitas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marL="171450" lvl="0" indent="-171450" algn="just">
              <a:buFont typeface="Wingdings" panose="05000000000000000000" pitchFamily="2" charset="2"/>
              <a:buChar char="Ø"/>
            </a:pP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Tidak Ada </a:t>
            </a:r>
            <a:r>
              <a:rPr lang="en-AU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Aktivitas</a:t>
            </a: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 8 Jam?</a:t>
            </a:r>
            <a:endParaRPr lang="en-A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1950" lvl="1" indent="-171450" algn="just">
              <a:buFont typeface="Arial" panose="020B0604020202020204" pitchFamily="34" charset="0"/>
              <a:buChar char="•"/>
            </a:pP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Sesi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berakhir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otomatis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AU" sz="11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Force Logout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dan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dikembalikan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halaman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awal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Mulai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Akses Aplikasi).</a:t>
            </a:r>
          </a:p>
          <a:p>
            <a:pPr marL="361950" lvl="1" indent="-171450" algn="just">
              <a:buFont typeface="Arial" panose="020B0604020202020204" pitchFamily="34" charset="0"/>
              <a:buChar char="•"/>
            </a:pP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Tidak (Ada </a:t>
            </a:r>
            <a:r>
              <a:rPr lang="en-AU" sz="11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Aktivitas</a:t>
            </a: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Sesi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diperpanjang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otomatis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aktivitas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tetap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berjalan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normal.</a:t>
            </a:r>
          </a:p>
          <a:p>
            <a:pPr marL="171450" lvl="0" indent="-171450" algn="just">
              <a:buFont typeface="Wingdings" panose="05000000000000000000" pitchFamily="2" charset="2"/>
              <a:buChar char="Ø"/>
            </a:pP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Logout Manual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Setiap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AU" sz="11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 Admin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sz="11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 Admin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maupun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mengklik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tombol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Logout Manual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kapan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saja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keluar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kembali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halaman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A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awal</a:t>
            </a:r>
            <a:r>
              <a:rPr lang="en-A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A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80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8747E4-4866-9E04-B56F-E4C1D95C4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618"/>
            <a:ext cx="12192000" cy="44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033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4170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651</Words>
  <Application>Microsoft Office PowerPoint</Application>
  <PresentationFormat>Widescreen</PresentationFormat>
  <Paragraphs>58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 Sofyana</dc:creator>
  <cp:lastModifiedBy>CXC SDI</cp:lastModifiedBy>
  <cp:revision>3</cp:revision>
  <dcterms:created xsi:type="dcterms:W3CDTF">2026-07-20T04:27:04Z</dcterms:created>
  <dcterms:modified xsi:type="dcterms:W3CDTF">2026-08-10T03:21:37Z</dcterms:modified>
</cp:coreProperties>
</file>